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65" r:id="rId5"/>
    <p:sldId id="310" r:id="rId6"/>
    <p:sldId id="311" r:id="rId7"/>
    <p:sldId id="320" r:id="rId8"/>
    <p:sldId id="321" r:id="rId9"/>
    <p:sldId id="323" r:id="rId10"/>
    <p:sldId id="324" r:id="rId11"/>
    <p:sldId id="325" r:id="rId12"/>
    <p:sldId id="313" r:id="rId13"/>
    <p:sldId id="326" r:id="rId14"/>
    <p:sldId id="327" r:id="rId15"/>
    <p:sldId id="328" r:id="rId16"/>
    <p:sldId id="330" r:id="rId17"/>
    <p:sldId id="314" r:id="rId18"/>
    <p:sldId id="329" r:id="rId19"/>
    <p:sldId id="315" r:id="rId20"/>
    <p:sldId id="331" r:id="rId21"/>
    <p:sldId id="332" r:id="rId22"/>
    <p:sldId id="333" r:id="rId23"/>
    <p:sldId id="334" r:id="rId24"/>
    <p:sldId id="316" r:id="rId25"/>
    <p:sldId id="335" r:id="rId26"/>
    <p:sldId id="317" r:id="rId27"/>
    <p:sldId id="336" r:id="rId28"/>
    <p:sldId id="337" r:id="rId29"/>
    <p:sldId id="318" r:id="rId30"/>
    <p:sldId id="319" r:id="rId31"/>
    <p:sldId id="338" r:id="rId32"/>
    <p:sldId id="339" r:id="rId33"/>
    <p:sldId id="340" r:id="rId34"/>
    <p:sldId id="341" r:id="rId35"/>
    <p:sldId id="343" r:id="rId36"/>
    <p:sldId id="344" r:id="rId37"/>
  </p:sldIdLst>
  <p:sldSz cx="12188825" cy="6858000"/>
  <p:notesSz cx="6858000" cy="9144000"/>
  <p:custDataLst>
    <p:tags r:id="rId40"/>
  </p:custDataLst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4BB96-0F55-4FE3-A25B-0EF3FA280E88}" v="13" dt="2020-01-17T07:13:53.757"/>
    <p1510:client id="{7E0EB601-B175-41B0-85A3-56902A196684}" v="49" dt="2020-01-16T22:30:55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72" d="100"/>
          <a:sy n="72" d="100"/>
        </p:scale>
        <p:origin x="618" y="66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00" d="100"/>
          <a:sy n="100" d="100"/>
        </p:scale>
        <p:origin x="280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ags" Target="tags/tag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A61EFE9-9F30-4528-BDDA-C859CD15CA56}" type="datetime1">
              <a:rPr lang="es-ES" smtClean="0"/>
              <a:t>17/1/20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es-ES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7373BEA-F5F3-4B6E-BA6B-D76E24101839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649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945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3D505D98-D4C1-4348-8F39-108EE2C76C21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A12EF1AF-E5B2-41DB-BFF8-672C5BBF646A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algn="r"/>
            <a:fld id="{8E17C630-F8FA-4DCB-87FA-91D30885A2FD}" type="datetime1">
              <a:rPr lang="es-ES" smtClean="0"/>
              <a:pPr algn="r"/>
              <a:t>17/1/20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724076C6-356A-48AB-A8EF-572AE4A11929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4A686D9-BDBD-4090-B19D-04E04F3CB648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1B4D0FB-1285-4974-8D4E-BCFCC0FA7978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C3D96D5-80C9-4ED7-89C2-CE590C3C6CB2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DA911BAB-2490-48FD-81BA-E5EB85DA87AE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F1AC609F-0362-4067-A47A-9F1CA2E45A65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932AED9F-A6BB-400D-8F4D-616EB46A9405}" type="datetime1">
              <a:rPr lang="es-ES" smtClean="0"/>
              <a:pPr/>
              <a:t>17/1/20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es-ES" noProof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7170E197-1079-4777-8273-53286CD6A787}" type="datetime1">
              <a:rPr lang="es-ES" smtClean="0"/>
              <a:pPr algn="r"/>
              <a:t>17/1/20</a:t>
            </a:fld>
            <a:endParaRPr lang="es-E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algn="ctr" rtl="0"/>
            <a:r>
              <a:rPr lang="en-GB" dirty="0"/>
              <a:t>C TO ASSEMBLER TRANSLATOR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GGG translator Presentation and overview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Contents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introduction.</a:t>
            </a:r>
          </a:p>
          <a:p>
            <a:pPr rtl="0"/>
            <a:r>
              <a:rPr lang="en-GB" dirty="0"/>
              <a:t>Lexicon.</a:t>
            </a:r>
          </a:p>
          <a:p>
            <a:pPr rtl="0"/>
            <a:r>
              <a:rPr lang="en-GB" dirty="0"/>
              <a:t>Parser.</a:t>
            </a:r>
          </a:p>
          <a:p>
            <a:pPr rtl="0"/>
            <a:r>
              <a:rPr lang="en-GB" dirty="0"/>
              <a:t>Implementation details.</a:t>
            </a:r>
          </a:p>
          <a:p>
            <a:pPr rtl="0"/>
            <a:r>
              <a:rPr lang="en-GB" dirty="0"/>
              <a:t>#TODO.</a:t>
            </a:r>
          </a:p>
          <a:p>
            <a:pPr rtl="0"/>
            <a:r>
              <a:rPr lang="en-GB" dirty="0"/>
              <a:t>Demonstration.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r>
              <a:rPr lang="en-GB" dirty="0"/>
              <a:t>External library: Sly Lex-</a:t>
            </a:r>
            <a:r>
              <a:rPr lang="en-GB" dirty="0" err="1"/>
              <a:t>Yacc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80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r>
              <a:rPr lang="en-GB" dirty="0"/>
              <a:t>External library: Sly Lex-</a:t>
            </a:r>
            <a:r>
              <a:rPr lang="en-GB" dirty="0" err="1"/>
              <a:t>Yacc</a:t>
            </a:r>
            <a:r>
              <a:rPr lang="en-GB" dirty="0"/>
              <a:t>.</a:t>
            </a:r>
          </a:p>
          <a:p>
            <a:r>
              <a:rPr lang="en-GB" dirty="0"/>
              <a:t>Conceived to work as an </a:t>
            </a:r>
            <a:r>
              <a:rPr lang="en-GB" u="sng" dirty="0"/>
              <a:t>AST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10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r>
              <a:rPr lang="en-GB" dirty="0"/>
              <a:t>External library: Sly Lex-</a:t>
            </a:r>
            <a:r>
              <a:rPr lang="en-GB" dirty="0" err="1"/>
              <a:t>Yacc</a:t>
            </a:r>
            <a:r>
              <a:rPr lang="en-GB" dirty="0"/>
              <a:t>.</a:t>
            </a:r>
          </a:p>
          <a:p>
            <a:r>
              <a:rPr lang="en-GB" dirty="0"/>
              <a:t>Conceived to work as an </a:t>
            </a:r>
            <a:r>
              <a:rPr lang="en-GB" u="sng" dirty="0"/>
              <a:t>AST</a:t>
            </a:r>
            <a:r>
              <a:rPr lang="en-GB" dirty="0"/>
              <a:t>.</a:t>
            </a:r>
          </a:p>
          <a:p>
            <a:r>
              <a:rPr lang="en-GB" dirty="0"/>
              <a:t>Designed to work only with a subset of C functionality.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817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r>
              <a:rPr lang="en-GB" dirty="0"/>
              <a:t>External library: Sly Lex-</a:t>
            </a:r>
            <a:r>
              <a:rPr lang="en-GB" dirty="0" err="1"/>
              <a:t>Yacc</a:t>
            </a:r>
            <a:r>
              <a:rPr lang="en-GB" dirty="0"/>
              <a:t>.</a:t>
            </a:r>
          </a:p>
          <a:p>
            <a:r>
              <a:rPr lang="en-GB" dirty="0"/>
              <a:t>Conceived to work as an </a:t>
            </a:r>
            <a:r>
              <a:rPr lang="en-GB" u="sng" dirty="0"/>
              <a:t>AST</a:t>
            </a:r>
            <a:r>
              <a:rPr lang="en-GB" dirty="0"/>
              <a:t>.</a:t>
            </a:r>
          </a:p>
          <a:p>
            <a:r>
              <a:rPr lang="en-GB" dirty="0"/>
              <a:t>Designed to work only with a subset of C functionality.</a:t>
            </a:r>
          </a:p>
          <a:p>
            <a:r>
              <a:rPr lang="en-GB" dirty="0"/>
              <a:t>Easily Scalable.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5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Brief introduction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09F35A6-C83A-40E5-A2DD-7E090E67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Programming language used: Python 3.7.</a:t>
            </a:r>
          </a:p>
          <a:p>
            <a:r>
              <a:rPr lang="en-GB" dirty="0"/>
              <a:t>External library: Sly Lex-</a:t>
            </a:r>
            <a:r>
              <a:rPr lang="en-GB" dirty="0" err="1"/>
              <a:t>Yacc</a:t>
            </a:r>
            <a:r>
              <a:rPr lang="en-GB" dirty="0"/>
              <a:t>.</a:t>
            </a:r>
          </a:p>
          <a:p>
            <a:r>
              <a:rPr lang="en-GB" dirty="0"/>
              <a:t>Conceived to work as an </a:t>
            </a:r>
            <a:r>
              <a:rPr lang="en-GB" u="sng" dirty="0"/>
              <a:t>AST</a:t>
            </a:r>
            <a:r>
              <a:rPr lang="en-GB" dirty="0"/>
              <a:t>.</a:t>
            </a:r>
          </a:p>
          <a:p>
            <a:r>
              <a:rPr lang="en-GB" dirty="0"/>
              <a:t>Designed to work only with a subset of C functionality.</a:t>
            </a:r>
          </a:p>
          <a:p>
            <a:r>
              <a:rPr lang="en-GB" dirty="0"/>
              <a:t>“Easily” Scalable.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274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Lexicon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n-GB" dirty="0"/>
              <a:t>Set of words that compounds a grammar.</a:t>
            </a:r>
          </a:p>
          <a:p>
            <a:endParaRPr lang="en-GB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EC71BE8-0C5B-4FA1-AA80-AE72D862B3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Lexicon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n-GB" dirty="0"/>
              <a:t>Set of words that compounds a grammar.</a:t>
            </a:r>
          </a:p>
          <a:p>
            <a:r>
              <a:rPr lang="en-GB" dirty="0"/>
              <a:t>Formed by: literal constants, tokens and regular expressions.</a:t>
            </a:r>
          </a:p>
          <a:p>
            <a:endParaRPr lang="en-GB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069AC5-4569-4655-8F6F-2B401C85DB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75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Lexicon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n-GB" dirty="0"/>
              <a:t>Set of words that compounds a grammar.</a:t>
            </a:r>
          </a:p>
          <a:p>
            <a:r>
              <a:rPr lang="en-GB" dirty="0"/>
              <a:t>Formed by: literal constants, tokens and regular expressions.</a:t>
            </a:r>
          </a:p>
          <a:p>
            <a:endParaRPr lang="en-GB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069AC5-4569-4655-8F6F-2B401C85DB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Tokens: are the minimum representation with a meaning for our grammar.</a:t>
            </a:r>
          </a:p>
        </p:txBody>
      </p:sp>
    </p:spTree>
    <p:extLst>
      <p:ext uri="{BB962C8B-B14F-4D97-AF65-F5344CB8AC3E}">
        <p14:creationId xmlns:p14="http://schemas.microsoft.com/office/powerpoint/2010/main" val="1741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Lexicon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n-GB" dirty="0"/>
              <a:t>Set of words that compounds a grammar.</a:t>
            </a:r>
          </a:p>
          <a:p>
            <a:r>
              <a:rPr lang="en-GB" dirty="0"/>
              <a:t>Formed by: literal constants, tokens and regular expressions.</a:t>
            </a:r>
          </a:p>
          <a:p>
            <a:endParaRPr lang="en-GB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069AC5-4569-4655-8F6F-2B401C85DB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Tokens: are the minimum representation with a meaning for our grammar.</a:t>
            </a:r>
          </a:p>
          <a:p>
            <a:r>
              <a:rPr lang="en-GB" dirty="0"/>
              <a:t>Regular expressions: are sequences of characters that define a search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38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Lexicon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n-GB" dirty="0"/>
              <a:t>Set of words that compounds a grammar.</a:t>
            </a:r>
          </a:p>
          <a:p>
            <a:r>
              <a:rPr lang="en-GB" dirty="0"/>
              <a:t>Formed by: literal constants, tokens and regular expressions.</a:t>
            </a:r>
          </a:p>
          <a:p>
            <a:r>
              <a:rPr lang="en-GB" dirty="0"/>
              <a:t>Contained inside a class called: </a:t>
            </a:r>
            <a:r>
              <a:rPr lang="en-GB" u="sng" dirty="0" err="1"/>
              <a:t>CalcLexer</a:t>
            </a:r>
            <a:endParaRPr lang="en-GB" u="sng" dirty="0"/>
          </a:p>
          <a:p>
            <a:endParaRPr lang="en-GB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069AC5-4569-4655-8F6F-2B401C85DB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Tokens: are the minimum representation with a meaning for our grammar.</a:t>
            </a:r>
          </a:p>
          <a:p>
            <a:r>
              <a:rPr lang="en-GB" dirty="0"/>
              <a:t>Regular expressions: are sequences of characters that define a search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20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16E5D0E-2FAA-4E5A-82B8-CA6D82A6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Lexicon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04A4FFD-7917-4679-8B74-3A31894C2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Illustration sample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90C28914-4CBC-4B8D-9EEE-AF01C9304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52" y="726166"/>
            <a:ext cx="3315163" cy="4810796"/>
          </a:xfrm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16E5D0E-2FAA-4E5A-82B8-CA6D82A6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Lexicon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04A4FFD-7917-4679-8B74-3A31894C2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Illustration sample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90C28914-4CBC-4B8D-9EEE-AF01C9304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52" y="726166"/>
            <a:ext cx="3315163" cy="4810796"/>
          </a:xfr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CBAC369-0FF8-4DD8-91FD-0303E3CB5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524" y="3169664"/>
            <a:ext cx="4753638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Parser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Tool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n-GB" dirty="0"/>
              <a:t>Set of syntactic rules</a:t>
            </a:r>
          </a:p>
          <a:p>
            <a:pPr rtl="0"/>
            <a:endParaRPr lang="es-ES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Parser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Tool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AE9D03D-3C4E-4BA8-981A-3F285C50C0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48" y="2743200"/>
            <a:ext cx="3285525" cy="3654604"/>
          </a:xfrm>
        </p:spPr>
      </p:pic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n-GB" dirty="0"/>
              <a:t>Set of syntactic rules</a:t>
            </a:r>
          </a:p>
          <a:p>
            <a:pPr rtl="0"/>
            <a:endParaRPr lang="es-ES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en-GB" dirty="0"/>
              <a:t>Contained inside a class: </a:t>
            </a:r>
            <a:r>
              <a:rPr lang="en-GB" dirty="0" err="1"/>
              <a:t>CalcParser</a:t>
            </a:r>
            <a:r>
              <a:rPr lang="en-GB" dirty="0"/>
              <a:t>.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018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Parser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Tool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AE9D03D-3C4E-4BA8-981A-3F285C50C0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48" y="2743200"/>
            <a:ext cx="3285525" cy="3654604"/>
          </a:xfrm>
        </p:spPr>
      </p:pic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n-GB" dirty="0"/>
              <a:t>Set of syntactic rules</a:t>
            </a:r>
          </a:p>
          <a:p>
            <a:pPr rtl="0"/>
            <a:endParaRPr lang="es-ES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en-GB" dirty="0"/>
              <a:t>Contained inside a class: </a:t>
            </a:r>
            <a:r>
              <a:rPr lang="en-GB" dirty="0" err="1"/>
              <a:t>CalcParser</a:t>
            </a:r>
            <a:r>
              <a:rPr lang="en-GB" dirty="0"/>
              <a:t>.</a:t>
            </a:r>
          </a:p>
          <a:p>
            <a:pPr rtl="0"/>
            <a:r>
              <a:rPr lang="en-GB" dirty="0"/>
              <a:t>It uses rules called “empty”.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639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Parser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Tool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AE9D03D-3C4E-4BA8-981A-3F285C50C0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48" y="2743200"/>
            <a:ext cx="3285525" cy="3654604"/>
          </a:xfrm>
        </p:spPr>
      </p:pic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n-GB" dirty="0"/>
              <a:t>Set of syntactic rules</a:t>
            </a:r>
          </a:p>
          <a:p>
            <a:pPr rtl="0"/>
            <a:endParaRPr lang="es-ES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en-GB" dirty="0"/>
              <a:t>Contained inside a class: </a:t>
            </a:r>
            <a:r>
              <a:rPr lang="en-GB" dirty="0" err="1"/>
              <a:t>CalcParser</a:t>
            </a:r>
            <a:r>
              <a:rPr lang="en-GB" dirty="0"/>
              <a:t>.</a:t>
            </a:r>
          </a:p>
          <a:p>
            <a:pPr rtl="0"/>
            <a:r>
              <a:rPr lang="en-GB" dirty="0"/>
              <a:t>It uses rules called “empty”.</a:t>
            </a:r>
          </a:p>
          <a:p>
            <a:r>
              <a:rPr lang="en-GB" dirty="0"/>
              <a:t>Empty rules: implements the synthesized and inherited param system.</a:t>
            </a:r>
          </a:p>
          <a:p>
            <a:pPr rtl="0"/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810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Parser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Tool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en-GB" dirty="0"/>
              <a:t>Set of syntactic rules</a:t>
            </a:r>
          </a:p>
          <a:p>
            <a:pPr rtl="0"/>
            <a:endParaRPr lang="es-ES" dirty="0"/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en-GB" dirty="0"/>
              <a:t>It uses rules called “empty”.</a:t>
            </a:r>
          </a:p>
          <a:p>
            <a:r>
              <a:rPr lang="en-GB" dirty="0"/>
              <a:t>Empty rules: implements the synthesized and inherited param system.</a:t>
            </a:r>
          </a:p>
          <a:p>
            <a:pPr rtl="0"/>
            <a:r>
              <a:rPr lang="en-GB" dirty="0"/>
              <a:t>They’re useful for control and checking purposes.</a:t>
            </a:r>
          </a:p>
          <a:p>
            <a:pPr rtl="0"/>
            <a:endParaRPr lang="en-GB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7F5010E-E48F-451F-9EEA-B98397CFBA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80" y="2808277"/>
            <a:ext cx="5325497" cy="2242313"/>
          </a:xfrm>
        </p:spPr>
      </p:pic>
    </p:spTree>
    <p:extLst>
      <p:ext uri="{BB962C8B-B14F-4D97-AF65-F5344CB8AC3E}">
        <p14:creationId xmlns:p14="http://schemas.microsoft.com/office/powerpoint/2010/main" val="238868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Implementation details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4C8EEB6A-A654-438C-8F27-D7767E37E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438073"/>
            <a:ext cx="7545115" cy="1771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A38942-C823-4980-8524-424895890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Implementation details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4C8EEB6A-A654-438C-8F27-D7767E37E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438073"/>
            <a:ext cx="7545115" cy="17717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A38942-C823-4980-8524-424895890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Nodes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A3AA89-86F3-4738-9251-61AA638B9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19" y="4120491"/>
            <a:ext cx="7545116" cy="21951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7850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ED73-0E45-46D2-B9D4-71D8101D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187D1-9D9F-4F66-8011-DD599FB30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They all have a constructor.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49D9106-F3E7-4A49-8477-7F30789370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92" y="1905001"/>
            <a:ext cx="5075749" cy="3688932"/>
          </a:xfrm>
        </p:spPr>
      </p:pic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ED73-0E45-46D2-B9D4-71D8101D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187D1-9D9F-4F66-8011-DD599FB30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They all have a constructor.</a:t>
            </a:r>
          </a:p>
          <a:p>
            <a:r>
              <a:rPr lang="en-GB" dirty="0"/>
              <a:t>They implements 2 methods each.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49D9106-F3E7-4A49-8477-7F30789370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92" y="1905001"/>
            <a:ext cx="5075749" cy="3688932"/>
          </a:xfrm>
        </p:spPr>
      </p:pic>
    </p:spTree>
    <p:extLst>
      <p:ext uri="{BB962C8B-B14F-4D97-AF65-F5344CB8AC3E}">
        <p14:creationId xmlns:p14="http://schemas.microsoft.com/office/powerpoint/2010/main" val="370748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5ED73-0E45-46D2-B9D4-71D8101D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6187D1-9D9F-4F66-8011-DD599FB30F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They all have a constructor.</a:t>
            </a:r>
          </a:p>
          <a:p>
            <a:r>
              <a:rPr lang="en-GB" dirty="0"/>
              <a:t>They implements 2 methods each.</a:t>
            </a:r>
          </a:p>
          <a:p>
            <a:r>
              <a:rPr lang="en-GB" dirty="0"/>
              <a:t>Both methods are accessors or getters.</a:t>
            </a:r>
          </a:p>
          <a:p>
            <a:endParaRPr lang="en-GB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49D9106-F3E7-4A49-8477-7F30789370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92" y="1905001"/>
            <a:ext cx="5075749" cy="3688932"/>
          </a:xfrm>
        </p:spPr>
      </p:pic>
    </p:spTree>
    <p:extLst>
      <p:ext uri="{BB962C8B-B14F-4D97-AF65-F5344CB8AC3E}">
        <p14:creationId xmlns:p14="http://schemas.microsoft.com/office/powerpoint/2010/main" val="14258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Implementation</a:t>
            </a:r>
            <a:r>
              <a:rPr lang="es-ES" dirty="0"/>
              <a:t> </a:t>
            </a:r>
            <a:r>
              <a:rPr lang="en-GB" dirty="0"/>
              <a:t>details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CE16139-640D-4AAA-8559-87F147259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52" y="1493651"/>
            <a:ext cx="4244679" cy="38706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es-ES" dirty="0"/>
              <a:t>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Implementation details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987F155-E092-48ED-BED5-96E62EB2F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396" y="1606307"/>
            <a:ext cx="5046733" cy="1605027"/>
          </a:xfr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971D278-39CE-4170-A21C-1156CE39C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Main function and calling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C51B9D-0233-4850-9756-FEBE8B1D8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72" y="4077610"/>
            <a:ext cx="6181344" cy="132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Implementation details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987F155-E092-48ED-BED5-96E62EB2F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396" y="1606307"/>
            <a:ext cx="5046733" cy="1605027"/>
          </a:xfr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971D278-39CE-4170-A21C-1156CE39C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Main function and calling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C51B9D-0233-4850-9756-FEBE8B1D8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72" y="4077610"/>
            <a:ext cx="6181344" cy="132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4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19B40-3CA6-4572-8D25-AB89D3C6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#TODO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88305C-2CD9-4E68-B684-82F47ECEC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Improve</a:t>
            </a:r>
            <a:r>
              <a:rPr lang="es-ES" dirty="0"/>
              <a:t> </a:t>
            </a:r>
            <a:r>
              <a:rPr lang="es-ES" dirty="0" err="1"/>
              <a:t>node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adding</a:t>
            </a:r>
            <a:r>
              <a:rPr lang="es-ES" dirty="0"/>
              <a:t> new </a:t>
            </a:r>
            <a:r>
              <a:rPr lang="es-ES" dirty="0" err="1"/>
              <a:t>nodes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1B780-550D-486D-816E-31980F9F7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After </a:t>
            </a:r>
            <a:r>
              <a:rPr lang="es-ES" dirty="0" err="1"/>
              <a:t>all</a:t>
            </a:r>
            <a:r>
              <a:rPr lang="es-ES" dirty="0"/>
              <a:t>,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scalable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522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19B40-3CA6-4572-8D25-AB89D3C6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#TODO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88305C-2CD9-4E68-B684-82F47ECEC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Improve</a:t>
            </a:r>
            <a:r>
              <a:rPr lang="es-ES" dirty="0"/>
              <a:t> </a:t>
            </a:r>
            <a:r>
              <a:rPr lang="es-ES" dirty="0" err="1"/>
              <a:t>node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adding</a:t>
            </a:r>
            <a:r>
              <a:rPr lang="es-ES" dirty="0"/>
              <a:t> new </a:t>
            </a:r>
            <a:r>
              <a:rPr lang="es-ES" dirty="0" err="1"/>
              <a:t>nodes</a:t>
            </a:r>
            <a:r>
              <a:rPr lang="es-ES" dirty="0"/>
              <a:t>.</a:t>
            </a:r>
          </a:p>
          <a:p>
            <a:r>
              <a:rPr lang="es-ES" dirty="0" err="1"/>
              <a:t>Include</a:t>
            </a:r>
            <a:r>
              <a:rPr lang="es-ES" dirty="0"/>
              <a:t> </a:t>
            </a:r>
            <a:r>
              <a:rPr lang="es-ES" dirty="0" err="1"/>
              <a:t>functions</a:t>
            </a:r>
            <a:r>
              <a:rPr lang="es-ES" dirty="0"/>
              <a:t> </a:t>
            </a:r>
            <a:r>
              <a:rPr lang="es-ES" dirty="0" err="1"/>
              <a:t>calling</a:t>
            </a:r>
            <a:r>
              <a:rPr lang="es-ES" dirty="0"/>
              <a:t> and </a:t>
            </a:r>
            <a:r>
              <a:rPr lang="es-ES" dirty="0" err="1"/>
              <a:t>definitions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1B780-550D-486D-816E-31980F9F7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After </a:t>
            </a:r>
            <a:r>
              <a:rPr lang="es-ES" dirty="0" err="1"/>
              <a:t>all</a:t>
            </a:r>
            <a:r>
              <a:rPr lang="es-ES" dirty="0"/>
              <a:t>,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scalable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598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19B40-3CA6-4572-8D25-AB89D3C6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#TODO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88305C-2CD9-4E68-B684-82F47ECEC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Improve</a:t>
            </a:r>
            <a:r>
              <a:rPr lang="es-ES" dirty="0"/>
              <a:t> </a:t>
            </a:r>
            <a:r>
              <a:rPr lang="es-ES" dirty="0" err="1"/>
              <a:t>node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adding</a:t>
            </a:r>
            <a:r>
              <a:rPr lang="es-ES" dirty="0"/>
              <a:t> new </a:t>
            </a:r>
            <a:r>
              <a:rPr lang="es-ES" dirty="0" err="1"/>
              <a:t>nodes</a:t>
            </a:r>
            <a:r>
              <a:rPr lang="es-ES" dirty="0"/>
              <a:t>.</a:t>
            </a:r>
          </a:p>
          <a:p>
            <a:r>
              <a:rPr lang="es-ES" dirty="0" err="1"/>
              <a:t>Include</a:t>
            </a:r>
            <a:r>
              <a:rPr lang="es-ES" dirty="0"/>
              <a:t> </a:t>
            </a:r>
            <a:r>
              <a:rPr lang="es-ES" dirty="0" err="1"/>
              <a:t>functions</a:t>
            </a:r>
            <a:r>
              <a:rPr lang="es-ES" dirty="0"/>
              <a:t> </a:t>
            </a:r>
            <a:r>
              <a:rPr lang="es-ES" dirty="0" err="1"/>
              <a:t>calling</a:t>
            </a:r>
            <a:r>
              <a:rPr lang="es-ES" dirty="0"/>
              <a:t> and </a:t>
            </a:r>
            <a:r>
              <a:rPr lang="es-ES" dirty="0" err="1"/>
              <a:t>definitions</a:t>
            </a:r>
            <a:r>
              <a:rPr lang="es-ES" dirty="0"/>
              <a:t>.</a:t>
            </a:r>
          </a:p>
          <a:p>
            <a:r>
              <a:rPr lang="es-ES" dirty="0"/>
              <a:t>Flow control </a:t>
            </a:r>
            <a:r>
              <a:rPr lang="es-ES" dirty="0" err="1"/>
              <a:t>instructions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1B780-550D-486D-816E-31980F9F7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After </a:t>
            </a:r>
            <a:r>
              <a:rPr lang="es-ES" dirty="0" err="1"/>
              <a:t>all</a:t>
            </a:r>
            <a:r>
              <a:rPr lang="es-ES" dirty="0"/>
              <a:t>,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scalable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762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88D3144-FB21-407A-BD55-413D3784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Demonstration</a:t>
            </a:r>
            <a:r>
              <a:rPr lang="es-ES" dirty="0"/>
              <a:t> &amp; </a:t>
            </a:r>
            <a:r>
              <a:rPr lang="es-ES" dirty="0" err="1"/>
              <a:t>Overview</a:t>
            </a:r>
            <a:endParaRPr lang="en-GB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7AC2FBD-1A22-4B5E-97F0-7A62180CD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784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20F737E-FA94-4CA7-BEAA-130CC84B7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!</a:t>
            </a:r>
            <a:endParaRPr lang="en-GB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179AF7A-6F4E-43A4-8246-3C4B7C3B1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¿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</a:t>
            </a:r>
            <a:r>
              <a:rPr lang="es-ES" dirty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0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únel azul digital 16 × 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908_TF02895261_TF02895261.potx" id="{408D3025-4796-40C5-A420-4B86355D8C1A}" vid="{9B9A56E1-CA61-4AB5-B8B3-A8E151813968}"/>
    </a:ext>
  </a:extLst>
</a:theme>
</file>

<file path=ppt/theme/theme2.xml><?xml version="1.0" encoding="utf-8"?>
<a:theme xmlns:a="http://schemas.openxmlformats.org/drawingml/2006/main" name="Tema de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13C5A81BB572B449A0242572F8E24ED" ma:contentTypeVersion="5" ma:contentTypeDescription="Crear nuevo documento." ma:contentTypeScope="" ma:versionID="ef761642f6ad303aa08eff346675334d">
  <xsd:schema xmlns:xsd="http://www.w3.org/2001/XMLSchema" xmlns:xs="http://www.w3.org/2001/XMLSchema" xmlns:p="http://schemas.microsoft.com/office/2006/metadata/properties" xmlns:ns3="757ec7c1-9e33-4532-ab03-0ae6555bb1cd" xmlns:ns4="efed1954-955a-4b6d-b8cc-f44bec020b5b" targetNamespace="http://schemas.microsoft.com/office/2006/metadata/properties" ma:root="true" ma:fieldsID="ba1c2e10166adb05461dba5d05492a9b" ns3:_="" ns4:_="">
    <xsd:import namespace="757ec7c1-9e33-4532-ab03-0ae6555bb1cd"/>
    <xsd:import namespace="efed1954-955a-4b6d-b8cc-f44bec020b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ec7c1-9e33-4532-ab03-0ae6555bb1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ed1954-955a-4b6d-b8cc-f44bec020b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A40A8A-8ABF-4F87-AC5D-07B5F47EB9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ec7c1-9e33-4532-ab03-0ae6555bb1cd"/>
    <ds:schemaRef ds:uri="efed1954-955a-4b6d-b8cc-f44bec020b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BF1F54-CEFA-4A31-9767-B66F88F663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757ec7c1-9e33-4532-ab03-0ae6555bb1cd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efed1954-955a-4b6d-b8cc-f44bec020b5b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túnel azul digital empresarial (panorámica)</Template>
  <TotalTime>0</TotalTime>
  <Words>580</Words>
  <Application>Microsoft Office PowerPoint</Application>
  <PresentationFormat>Personalizado</PresentationFormat>
  <Paragraphs>129</Paragraphs>
  <Slides>33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6" baseType="lpstr">
      <vt:lpstr>Arial</vt:lpstr>
      <vt:lpstr>Corbel</vt:lpstr>
      <vt:lpstr>Túnel azul digital 16 × 9</vt:lpstr>
      <vt:lpstr>C TO ASSEMBLER TRANSLATOR</vt:lpstr>
      <vt:lpstr>Contents</vt:lpstr>
      <vt:lpstr>Brief introduction</vt:lpstr>
      <vt:lpstr>Brief introduction</vt:lpstr>
      <vt:lpstr>Brief introduction</vt:lpstr>
      <vt:lpstr>Brief introduction</vt:lpstr>
      <vt:lpstr>Brief introduction</vt:lpstr>
      <vt:lpstr>Brief introduction</vt:lpstr>
      <vt:lpstr>Lexicon</vt:lpstr>
      <vt:lpstr>Lexicon</vt:lpstr>
      <vt:lpstr>Lexicon</vt:lpstr>
      <vt:lpstr>Lexicon</vt:lpstr>
      <vt:lpstr>Lexicon</vt:lpstr>
      <vt:lpstr>Lexicon</vt:lpstr>
      <vt:lpstr>Lexicon</vt:lpstr>
      <vt:lpstr>Parser</vt:lpstr>
      <vt:lpstr>Parser</vt:lpstr>
      <vt:lpstr>Parser</vt:lpstr>
      <vt:lpstr>Parser</vt:lpstr>
      <vt:lpstr>Parser</vt:lpstr>
      <vt:lpstr>Implementation details</vt:lpstr>
      <vt:lpstr>Implementation details</vt:lpstr>
      <vt:lpstr>Nodes</vt:lpstr>
      <vt:lpstr>Nodes</vt:lpstr>
      <vt:lpstr>Nodes</vt:lpstr>
      <vt:lpstr>Implementation details</vt:lpstr>
      <vt:lpstr>Implementation details</vt:lpstr>
      <vt:lpstr>Implementation details</vt:lpstr>
      <vt:lpstr>#TODO</vt:lpstr>
      <vt:lpstr>#TODO</vt:lpstr>
      <vt:lpstr>#TODO</vt:lpstr>
      <vt:lpstr>Demonstration &amp; Overview</vt:lpstr>
      <vt:lpstr>Thank you all!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2020-01-16T18:19:25Z</dcterms:created>
  <dcterms:modified xsi:type="dcterms:W3CDTF">2020-01-17T07:58:43Z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0x010100D13C5A81BB572B449A0242572F8E24ED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